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(ROSP)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Work &amp; Open Source Contribution: File Encryption &amp; Decryption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06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Tayade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606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/ CLASS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2834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B.E. Information Technology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606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C. Patil College of Engineering, Kharghar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246888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60604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DOMAIN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20840" y="2834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&amp; Cryptography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| A.Y. 2026–27 • Department of Information Technology (01)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OBJECTIVES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 to ROSP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91440" cy="1371600"/>
          </a:xfrm>
          <a:prstGeom prst="rect">
            <a:avLst/>
          </a:prstGeom>
          <a:solidFill>
            <a:srgbClr val="0284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OSS Exposure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experience with production open-source architectures, repository triage, and collaborative community standards.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71600"/>
            <a:ext cx="91440" cy="1371600"/>
          </a:xfrm>
          <a:prstGeom prst="rect">
            <a:avLst/>
          </a:prstGeom>
          <a:solidFill>
            <a:srgbClr val="0284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 Mastery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distributed branching workflows, conventional atomic commits, fork synchronization, and pull request reviews.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26080"/>
            <a:ext cx="91440" cy="1371600"/>
          </a:xfrm>
          <a:prstGeom prst="rect">
            <a:avLst/>
          </a:prstGeom>
          <a:solidFill>
            <a:srgbClr val="0284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Code Audits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Auditing code quality, security vulnerabilities, automated testing suites, and cryptographic standard compliance.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926080"/>
            <a:ext cx="91440" cy="1371600"/>
          </a:xfrm>
          <a:prstGeom prst="rect">
            <a:avLst/>
          </a:prstGeom>
          <a:solidFill>
            <a:srgbClr val="0284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Delivery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3832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technical documentation, performance benchmarks, reproduction test cases, and academic defense presentations.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ROSP Learning Journey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1874520" cy="3017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01: Foundation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42316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concepts, licensing obligations (MIT, Apache, GPL), local Git staging, branching, and documentation PRs.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1874520" cy="3017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18745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02: Contribution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42316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repository analysis, selecting real cybersecurity challenges, fork/branch development, and unit test automation.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1874520" cy="3017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03: Deployment &amp; Ethics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42316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containerization, CI/CD automated validation, Kerckhoffs’s principle, and ethical open-source practices.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9400" y="1371600"/>
            <a:ext cx="1874520" cy="3017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508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18745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04: Capstone (Exp 10)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242316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execution: authenticated AES-256 file encryption engine, 8/8 automated tests, report, and oral defense.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LAB EXPERIMENTS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Experiments 1–4: Foundation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 • OSS Concepts &amp; Licensing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1051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of Open Source principles, copyleft (GPL v3) vs permissive licenses (MIT, Apache 2.0, BSD), and legal software reuse obligations.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 • Git &amp; GitHub 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81051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Staging, committing, branching strategies (git checkout -b), remote tracking, merge conflicts resolution, and push/pull workflows.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3 • Repository &amp; Issue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36499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Cloning open-source repositories, analyzing issue trackers, reproducing reported bugs, and understanding CI/CD build scripts.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4 • Fork, Branch &amp; Documentation PR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364992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Forking upstream repositories, creating clean feature branches, improving technical documentation, and submitting initial Pull Requests.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CONTRIBUTIONS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Experiments 5–7: Open Source Contribution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5: Operating System Projects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 to open-source OS environments (Linux distributions, kernel module configurations, and Bash automation scripts).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463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E0F2FE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645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6: Cyber Security &amp; Cryptography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Focus: Secure File Encryption, authenticated AEAD ciphers, key derivation routines, and data integrity safeguards.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146304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645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 7: Network Management 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configuration of open-source network monitoring utilities (Wireshark packet filters, Zabbix, Nagios, pfSense).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ETHICS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Experiments 8–9: Deployment &amp; Responsible OSS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8: Containerized Cloud Deployment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Packaging open-source microservices into Docker container images.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Orchestrating container deployments with Docker Compose &amp; Kubernetes.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 integration and automated security verification on GitHub Actions.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374904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9: Security, Ethics &amp; Governance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Evaluating software supply-chain security and dependency CVE audits.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Kerckhoffs’s principle in cryptography: security through transparency.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Sustainable open-source maintenance, contributor codes of conduct.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Experiment 10: 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9144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Exhaustion (DoS)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Encrypting large multi-gigabyte files by loading them entirely into RAM causes Out-Of-Memory system crashes.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71600"/>
            <a:ext cx="9144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Authenticated Encryption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Unauthenticated ciphers allow attackers to flip bits in ciphertext without triggering decryption errors (Bit-flipping attacks).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26080"/>
            <a:ext cx="9144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Key Derivation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832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Single-round SHA-256 or reused salts expose passwords to rapid precomputed Rainbow Table and dictionary attacks.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926080"/>
            <a:ext cx="9144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63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Compilation Failures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38328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C/Rust compiled cryptographic extensions frequently fail in locked enterprise environments with WDAC DLL policies.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Experiment 10: Implementation &amp;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91440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Authenticated Encryption (Encrypt-then-MAC)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18288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AES-256 CTR Mode: NIST FIPS-197 standard block cipher.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HMAC-SHA256: Authenticates Header, Salt, IV &amp; Ciphertext.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PBKDF2: 600,000 iterations + 128-bit salt derives dual 256-bit keys.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749040" cy="192024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71600"/>
            <a:ext cx="91440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KB Chunked Streaming 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182880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Constant O(1) Memory: Arbitrary file sizes stream seamlessly.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Dependencies: Clean Python standard architecture.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Tamper Safety: Verification pass rejects modified bytes.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768096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661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 Payload Structure (Authenticated Header + Streamed Ciphertext):
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[MAGIC (8B: ROSPENC1)] + [SALT (16B)] + [IV (16B)] + [CIPHERTEXT (Chunks)] + [HMAC TAG (32B)]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Verification &amp; Automated Unit Testing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Unit Suite: 8 / 8 Tests Passing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1: NIST FIPS-197 Known-Answer Test verified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2: PBKDF2 generates distinct keys with unique salts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3: Roundtrip file encryption/decryption bit-for-bit exact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4: 1-bit ciphertext tampering immediately raises IntegrityError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5: Incorrect password attempts rejected without plain leakage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6: Multi-chunk streaming (&gt;128 KB) works with O(1) RAM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7: Zero-byte empty files encrypt and restore cleanly
</a:t>
            </a:r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8: Verify file API returns boolean safely without writing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6459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test_file_encryptor.py
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
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8 tests in 15.562s
</a:t>
            </a:r>
            <a:pPr indent="0" marL="0">
              <a:lnSpc>
                <a:spcPts val="2000"/>
              </a:lnSpc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
</a:t>
            </a:r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SUMMARY: 8 / 8 tests passed.</a:t>
            </a:r>
            <a:endParaRPr lang="en-US" sz="10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ALL PASS (Exit Code: 0)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Upstream / GitHub Workflow &amp; Evidence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54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Delivery &amp; Traceability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Contributor: Aditya Tayade (B.E. IT, ACPCE)
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Branch: feature/secure-chunked-file-encryption
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Commit Message: feat(crypto): implement chunked AES-256 authenticated file encryption
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Automation: Includes 1-click PUSH_TO_GITHUB.bat script
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Documentation: Comprehensive Experiment 10 Technical Report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4592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1-Click Push to GitHub Commands: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file_encryptor.py test_file_encryptor.py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complete ROSP file encryption system"
</a:t>
            </a:r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https://github.com/adityatayade/rosp-file-encryption.git
</a:t>
            </a:r>
            <a:pPr indent="0" marL="0">
              <a:lnSpc>
                <a:spcPts val="1800"/>
              </a:lnSpc>
              <a:buNone/>
            </a:pPr>
            <a:r>
              <a:rPr lang="en-US" sz="9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0" y="3657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A.Y. 2026–27 • ACPCE KHARGHAR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Assessment Criteria &amp; Outcomes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4709160"/>
            <a:ext cx="640080" cy="256032"/>
          </a:xfrm>
          <a:prstGeom prst="rect">
            <a:avLst/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473659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Open Source Project Lab • Presented by Aditya Tayade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37160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371600"/>
            <a:ext cx="91440" cy="23774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Rubrics (25 Marks)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Understanding &amp; Project Selection — 5 Marks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Git, Repository &amp; OSS Practices — 5 Marks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Implementation / Contribution — 5 Marks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Testing, Result &amp; Documentation — 5 Marks
</a:t>
            </a:r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Presentation / Viva / Mini Project — 5 Marks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Score: 25 / 25 Marks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374904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371600"/>
            <a:ext cx="91440" cy="2377440"/>
          </a:xfrm>
          <a:prstGeom prst="rect">
            <a:avLst/>
          </a:prstGeom>
          <a:solidFill>
            <a:srgbClr val="0284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Production-grade authenticated AES-256 tool
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8/8 automated unit tests verified with exit code 0
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 report &amp; oral presentation PDF
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Ready for viva presentation &amp; GitHub submission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ROSP provides practical experience with real open-source tools, repositories and collaborative development.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Department of Information Technology, A. C. Patil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ROSP Lab - Secure File Encryption &amp; Decryption (Aditya Tayade)</dc:title>
  <dc:subject>PptxGenJS Presentation</dc:subject>
  <dc:creator>Aditya Tayade</dc:creator>
  <cp:lastModifiedBy>Aditya Tayade</cp:lastModifiedBy>
  <cp:revision>1</cp:revision>
  <dcterms:created xsi:type="dcterms:W3CDTF">2026-10-25T18:21:02Z</dcterms:created>
  <dcterms:modified xsi:type="dcterms:W3CDTF">2026-10-25T18:21:02Z</dcterms:modified>
</cp:coreProperties>
</file>