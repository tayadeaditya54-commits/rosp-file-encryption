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7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435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03536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3957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1521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2422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7395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491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0853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0877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1899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417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5744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979590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00057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7998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52586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877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40187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14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657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00" cy="320040"/>
          </a:xfrm>
          <a:prstGeom prst="roundRect">
            <a:avLst>
              <a:gd name="adj" fmla="val 22857"/>
            </a:avLst>
          </a:prstGeom>
          <a:solidFill>
            <a:srgbClr val="162B4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UI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Application-Wide Dark Mode Feature &amp;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Architecture Enhancement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Feature: </a:t>
            </a: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ThemeData, ThemeMode &amp; Switch Control  |  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Branch: </a:t>
            </a: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feature/flutter-dark-mode  |  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</a:t>
            </a: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3.x, Dart, Material 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6393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Gaurav Salekar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0050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Technology Engineering • Open Source Software Lab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35204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703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theming.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low-light experience.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 to Flutter &amp; Theming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cross-platform UI toolkit with declarative design systems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Flutter Dark Mode Enhancement • Presented by Gaurav Salekar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is an open-source UI framework by Google for building natively compiled mobile, web, and desktop apps from a single codebase with rich theme support.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1945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317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THEMEDATA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Theming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632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Configures application-wide visual tokens using ThemeData, ColorScheme, and TextTheme to eliminate screen-specific styling.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21945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3317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66160" y="26060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3 Design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0632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generates accessible light and dark palettes using ColorScheme.fromSeed() with compliant foreground contrast.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21945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3317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26060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Community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0632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Welcomes modular feature enhancements, accessibility upgrades, and clean state-driven theme switching architectures.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4251960"/>
            <a:ext cx="7680960" cy="320040"/>
          </a:xfrm>
          <a:prstGeom prst="roundRect">
            <a:avLst>
              <a:gd name="adj" fmla="val 17143"/>
            </a:avLst>
          </a:prstGeom>
          <a:solidFill>
            <a:srgbClr val="0F172A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APIs: MaterialApp, ThemeData, ThemeMode, Brightness  |  Documentation: docs.flutter.dev/cookbook/design/themes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Problem Overview — Hard-Coded Colors &amp; UI Strain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the limitations of single-theme apps and hard-coded widget styles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Flutter Dark Mode Enhancement • Presented by Gaurav Salekar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0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problem?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applications without a centralized theme system, users are restricted to a single bright appearance. Screens often rely on hard-coded color literals (e.g., Colors.white, Colors.black) scattered across individual widgets, making theme adaptation brittle.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matter?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light interfaces cause significant visual fatigue in low-light environments and consume higher battery on OLED/AMOLED screens. Furthermore, hard-coded colors create technical debt when scaling features.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Issues in Existing Systems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Eye Fatigue in Dark Environments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1671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dark theme creates severe glare and unreadable contrasts in dim ambient lighting.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25877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Higher Mobile Battery Consumption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2788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backgrounds keep OLED pixels continuously illuminated, draining mobile device battery.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32095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Hard-Coded Color Debt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34107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color references prevent global style updates, forcing developers to rewrite widget by widget.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383133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Lack of User Personalization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403250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cannot toggle between light and dark appearances according to personal preference.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Objective of the Contribution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centralized theming with dynamic runtime mode switching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Flutter Dark Mode Enhancement • Presented by Gaurav Salekar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02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Objective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0848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centralized light and dark ThemeData objects in MaterialApp and provide a user-facing toggle to switch ThemeMode dynamically.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002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0848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Encapsulate theme logic into reusable structures without disrupting existing application routing or widget trees.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971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Visual Regression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4564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all screens, AppBars, cards, dialogs, and text fields adapt automatically while preserving readable foreground contrasts.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71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 &amp; A11y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4564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hard-coded colors with Theme.of(context).colorScheme tokens to future-proof the codebase for upcoming features.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4297680"/>
            <a:ext cx="7680960" cy="320040"/>
          </a:xfrm>
          <a:prstGeom prst="roundRect">
            <a:avLst>
              <a:gd name="adj" fmla="val 17143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Scope: Centralized theme definitions + ThemeMode state toggle + Theme-aware widget refactoring + Widget testing.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Files Involved &amp;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focused, modular enhancement across application entry &amp; settings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Flutter Dark Mode Enhancement • Presented by Gaurav Salekar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2423160" cy="2606040"/>
          </a:xfrm>
          <a:prstGeom prst="roundRect">
            <a:avLst>
              <a:gd name="adj" fmla="val 3019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002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 Entry &amp; Root MaterialApp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1847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lib/main.dart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22402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Configures light theme and darkTheme via ThemeData.
•  Binds themeMode property to the active state (ThemeMode.light vs. ThemeMode.dark).
•  Enables Material 3 design system tokens across all screens.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83280" y="1463040"/>
            <a:ext cx="2423160" cy="2606040"/>
          </a:xfrm>
          <a:prstGeom prst="roundRect">
            <a:avLst>
              <a:gd name="adj" fmla="val 3019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6002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User-Facing Settings Toggle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1847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lib/screens/settings_screen.dart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20440" y="22402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Implements SwitchListTile for toggling dark mode.
•  Updates state via setState / state management callback.
•  Provides instant visual feedback as the entire widget tree rebuilds.
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2423160" cy="2606040"/>
          </a:xfrm>
          <a:prstGeom prst="roundRect">
            <a:avLst>
              <a:gd name="adj" fmla="val 3019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6002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Automated Flutter Widget Tests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1847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test/theme_test.dart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72200" y="22402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Verifies MaterialApp switches brightness on toggle change.
•  Ensures AppBar, cards, and text use theme-aware colors.
•  Validates that no layout exceptions or crashes occur during rapid switching.
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768096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06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Validation: Inspect git diff and execute flutter analyze + flutter test to ensure zero regressions.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Implementation Steps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changed in the Flutter theme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Flutter Dark Mode Enhancement • Presented by Gaurav Salekar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MaterialApp Theme Configuration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Light Theme Definition with Material 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theme: ThemeData(colorScheme: ColorScheme.fromSeed(seedColor: Colors.indigo, brightness: Brightness.light), useMaterial3: true)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542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Dark Theme Definition with Harmonized Seed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darkTheme: ThemeData(colorScheme: ColorScheme.fromSeed(seedColor: Colors.indigo, brightness: Brightness.dark), useMaterial3: true)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31638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Dynamic ThemeMode Binding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3364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themeMode: isDarkMode ? ThemeMode.dark : ThemeMode.light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37856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Interactive Switch Control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9867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SwitchListTile(value: isDarkMode, onChanged: (v) =&gt; setState(() =&gt; isDarkMode = v))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120640" y="146304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 &amp; Key Deliverables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03520" y="19659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Single Source of Truth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0" y="2167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parameters defined globally in MaterialApp, removing duplicate colors.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0" y="25877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Instant Reactive Updates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setState triggers an efficient subtree rebuild with smooth visual transition.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0" y="320954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Material 3 Color Harmony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0" y="3410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Surfaces, containers, and typography adapt with calibrated tonal contrast.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0" y="38313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Clean Widget Code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0" y="40325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 now consume Theme.of(context).colorScheme instead of fixed hex codes.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Theme-Aware Design &amp;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Establishing clean declarative styling across the Flutter widget hierarchy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Flutter Dark Mode Enhancement • Presented by Gaurav Salekar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7276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TOKENS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ColorScheme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Theme.of(context).colorScheme.surface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textColor: Theme.of(context).colorScheme.onSurface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dynamically query colors from the active theme, preventing unreadable dark-on-dark or light-on-light bugs.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7276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HIERARCHY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3 Tonal Elevation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93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useMaterial3: 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cardTheme: CardTheme(elevation: 1)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Utilizes Material 3 surface tint elevation, allowing cards, dialogs, and navigation bars to layer naturally in dark mode.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2971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08152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ThemeMode Abstraction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5021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themeMode: ThemeMode.dark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Extendable to ThemeMode.system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Cleanly decouples UI presentation from state storage, laying the groundwork for system theme detection or shared_preferences persistence.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8152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HARD-CODING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46320" y="3246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Elimination of Fixed Color Debt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5021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Refactored: Colors.white -&gt; colorScheme.surface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Refactored: Colors.black -&gt; colorScheme.onSurface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hard-coded color literals across all screens, allowing effortless theme expansion and future high-contrast modes.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Validation and Testing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Confirming theme stability with automated tests and visual device checks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Flutter Dark Mode Enhancement • Presented by Gaurav Salekar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02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Test Matrix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Light Mode Verification: Launch app with switch OFF -&gt; Light surfaces &amp; crisp dark text appear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26771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Dark Mode Verification: Toggle switch ON -&gt; Dark background &amp; readable light foreground text render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66090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Rapid Toggle Resilience: Switching repeatedly between modes updates theme without memory leak or crash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305409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Screen Consistency Audit: AppBar, Cards, Buttons, Dialogs, and TextFields adapt uniformly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4472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Static Code Analysis: flutter analyze reports zero warnings or deprecation errors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38404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Widget Test Suite: Automated flutter test passes asserting MaterialApp themeMode updates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All widget tests &amp; analysis passed  |  Zero regression errors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0" y="1463040"/>
            <a:ext cx="2743200" cy="310896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Verification Commands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52160" y="19659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Dependency Resolution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get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52160" y="25603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Static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analyze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52160" y="31546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Widget Tests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5216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test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52160" y="37490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Device / Simulator Run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run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52160" y="4114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Rule: Only report tests as passed after executing them locally and capturing output logs.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GitHub Contribution Workflow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local development to an upstream pull request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Flutter Dark Mode Enhancement • Presented by Gaurav Salekar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002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the upstream Flutter repository on GitHub to your account.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04288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16002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95728" y="1965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&amp; Branch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95728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fork locally and create branch feature/flutter-dark-mode.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77056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8496" y="16002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68496" y="1965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68496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ThemeData, ThemeMode, and replace hard-coded colors.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49824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16002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41264" y="1965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41264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flutter analyze and flutter test on device or simulator.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022592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16002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14032" y="1965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&amp; PR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14032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with conventional message and open PR upstream.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" y="406908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069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PR Title: </a:t>
            </a: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feat(theme): add application-wide light/dark theme switching
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Scope: </a:t>
            </a: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ThemeData, ThemeMode, Material 3, and theme-aware widget refactoring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Expected Outcome and Benefits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High-impact user comfort and clean maintainable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Flutter Dark Mode Enhancement • Presented by Gaurav Salekar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0020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828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Comfortable Visual Experience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comfortably read content at night or in dim rooms without painful glare, reducing digital eye fatigue.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146304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60020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1828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Conservation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surfaces significantly lower OLED display power consumption, extending battery longevity on mobile devices.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60020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72200" y="1828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Maintainable Architecture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Centralizing colors into ThemeData eliminates scattered hex constants and ensures effortless future re-theming.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768096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758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Summary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Project: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Application Theming &amp; Architecture Enhancement
</a:t>
            </a: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Application-wide light/dark theme toggle using ThemeData and ThemeMode
</a:t>
            </a: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Verification: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with static analysis (flutter analyze) and widget tests (flutter test)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the ROSP mini-project open-source contribution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Flutter Dark Mode Enhancement • Presented by Gaurav Salekar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162032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45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 Takeaways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Identified limitations of single-theme Flutter apps and the risks of hard-coded color literals.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241401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Configured centralized light and dark ThemeData leveraging Flutter Material 3 ColorScheme.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8163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Implemented dynamic ThemeMode switching through a reactive settings control.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32186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Refactored screens to query Theme.of(context).colorScheme for consistent contrast in both modes.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362102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Validated the implementation with flutter analyze and automated widget tests.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Documented the end-to-end open-source contribution workflow ready for upstream PR submission.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146304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kern="0" spc="1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Gaurav Salekar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Technology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429000"/>
            <a:ext cx="1828800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</TotalTime>
  <Words>1825</Words>
  <Application>Microsoft Office PowerPoint</Application>
  <PresentationFormat>On-screen Show (16:9)</PresentationFormat>
  <Paragraphs>225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Courier New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Information Technology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Flutter: Application-Wide Dark Mode Feature &amp; Theme Architecture</dc:title>
  <dc:subject>PptxGenJS Presentation</dc:subject>
  <dc:creator>Gaurav Salekar</dc:creator>
  <cp:lastModifiedBy>hp</cp:lastModifiedBy>
  <cp:revision>3</cp:revision>
  <dcterms:created xsi:type="dcterms:W3CDTF">2026-10-25T13:55:07Z</dcterms:created>
  <dcterms:modified xsi:type="dcterms:W3CDTF">2026-10-25T14:01:08Z</dcterms:modified>
</cp:coreProperties>
</file>