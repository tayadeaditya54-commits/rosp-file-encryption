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3200400" cy="320040"/>
          </a:xfrm>
          <a:prstGeom prst="roundRect">
            <a:avLst>
              <a:gd name="adj" fmla="val 22857"/>
            </a:avLst>
          </a:prstGeom>
          <a:solidFill>
            <a:srgbClr val="1E3A5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48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CONTRIBUTION • MINI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UI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Input Padding Overflow &amp;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 Enhancement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2880360"/>
            <a:ext cx="7680960" cy="4572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880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Component: </a:t>
            </a:r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InputBase &amp; Input  | 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Repository: </a:t>
            </a:r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untitleduico/react  | 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Stack: </a:t>
            </a:r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19, Tailwind CSS, React Aria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1520" y="352044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63931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by: Karan Rajiwade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400507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Technology Engineering • Open Source Software Lab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0" y="352044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7033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Accessible design systems.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Defect-free user experience.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CONTRIBUTION • MINI PROJECT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3200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UI • OPEN-SOURCE CONTRIBUTION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Introduction to Untitled UI React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2412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modern open-source React component library &amp; enterprise design system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76809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7091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ROSP Experiment 10 • Untitled UI React Enhancement • Presented by Karan Rajiwade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7680960" cy="548640"/>
          </a:xfrm>
          <a:prstGeom prst="roundRect">
            <a:avLst>
              <a:gd name="adj" fmla="val 10000"/>
            </a:avLst>
          </a:prstGeom>
          <a:solidFill>
            <a:srgbClr val="162032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463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Untitled UI React provides developers with pre-built, accessible, and token-driven components to build modern web interfaces with consistent UX standards.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2194560"/>
            <a:ext cx="2423160" cy="1920240"/>
          </a:xfrm>
          <a:prstGeom prst="roundRect">
            <a:avLst>
              <a:gd name="adj" fmla="val 381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33172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14400" y="260604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Composable Architecture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06324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React 19 and Tailwind CSS with granular tokens for seamless styling, responsive sizing, and rapid frontend iteration.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83280" y="2194560"/>
            <a:ext cx="2423160" cy="1920240"/>
          </a:xfrm>
          <a:prstGeom prst="roundRect">
            <a:avLst>
              <a:gd name="adj" fmla="val 381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233172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WAI-ARIA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566160" y="260604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 Powered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66160" y="306324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Leverages React Aria Components to guarantee full keyboard focus management, ARIA compliance, and assistive tech support.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35040" y="2194560"/>
            <a:ext cx="2423160" cy="1920240"/>
          </a:xfrm>
          <a:prstGeom prst="roundRect">
            <a:avLst>
              <a:gd name="adj" fmla="val 381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233172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217920" y="260604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 Community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0" y="306324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open-source ecosystem enabling global contributors to audit accessibility, submit fixes, and extend UI primitives.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31520" y="4251960"/>
            <a:ext cx="7680960" cy="320040"/>
          </a:xfrm>
          <a:prstGeom prst="roundRect">
            <a:avLst>
              <a:gd name="adj" fmla="val 17143"/>
            </a:avLst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251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Repository: https://github.com/untitleduico/react  |  License: MIT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CONTRIBUTION • MINI PROJECT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3200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UI • OPEN-SOURCE CONTRIBUTION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Problem Overview — Input Component Defects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2412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Reviewing layout collision, disabled toggle state, and accessibility defects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76809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7091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ROSP Experiment 10 • Untitled UI React Enhancement • Presented by Karan Rajiwade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3657600" cy="3108960"/>
          </a:xfrm>
          <a:prstGeom prst="roundRect">
            <a:avLst>
              <a:gd name="adj" fmla="val 235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00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problem?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9202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InputBase, the eye toggle button is positioned absolutely at the trailing edge. However, trailing padding calculations only checked tooltip and invalid states, omitting type="password". Long passwords collide and scroll beneath the eye icon.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14400" y="2971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it matter?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329184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Obscuring typed passwords severely degrades user experience and security verification. Furthermore, non-disabled toggles on disabled inputs cause state confusion and violate accessibility (WCAG) guidelines.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463040"/>
            <a:ext cx="3749040" cy="3108960"/>
          </a:xfrm>
          <a:prstGeom prst="roundRect">
            <a:avLst>
              <a:gd name="adj" fmla="val 2353"/>
            </a:avLst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002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Defects Identified in Codebase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96596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Text Overlap on Password Fields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46320" y="216712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pr-9 or pr-9.5 right padding allocated, causing characters to render directly underneath the eye toggle.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46320" y="2587752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Interactive Toggle on Disabled Inputs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46320" y="27889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isDisabled was omitted from AriaButton, allowing users to toggle visibility even when the field is disabled.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46320" y="320954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Missing Screen Reader ARIA &amp; Type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46320" y="341071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Lacked dynamic aria-label ("Show password" / "Hide password") and type="button", risking accidental form submission.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46320" y="3831336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Type Pollution in InputNumber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6320" y="403250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Copy-pasted DateFieldProps and DateValue polluted TypeScript props autocomplete.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CONTRIBUTION • MINI PROJECT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3200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UI • OPEN-SOURCE CONTRIBUTION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Objective of the Contribution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2412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 layout collision and guarantee full WCAG accessibility compliance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76809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7091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ROSP Experiment 10 • Untitled UI React Enhancement • Presented by Karan Rajiwade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0020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0" y="17830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Objective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08483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 type === "password" into trailing padding calculations in InputBase and upgrade the toggle with accessible attributes.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146304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60020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46320" y="17830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Changes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08483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Confine all changes strictly to input.tsx and input-number.tsx without disturbing other component variants.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283464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97180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14400" y="31546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Risk of Regression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345643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 all existing design tokens, sizing scales (sm, md, lg), and wrapper context hierarchies perfectly intact.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283464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97180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46320" y="31546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 &amp; Quality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345643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Synchronize disabled states, dynamic aria-label announcements, aria-pressed, and clean TypeScript autocompletion.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31520" y="4297680"/>
            <a:ext cx="7680960" cy="320040"/>
          </a:xfrm>
          <a:prstGeom prst="roundRect">
            <a:avLst>
              <a:gd name="adj" fmla="val 17143"/>
            </a:avLst>
          </a:prstGeom>
          <a:solidFill>
            <a:srgbClr val="162032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297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Scope: Layout padding calculation + toggle disabled propagation + ARIA accessibility + type cleanup.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CONTRIBUTION • MINI PROJECT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3200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UI • OPEN-SOURCE CONTRIBUTION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Files Involved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2412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focused contribution with a clean, modular change set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76809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7091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ROSP Experiment 10 • Untitled UI React Enhancement • Presented by Karan Rajiwade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2423160" cy="2606040"/>
          </a:xfrm>
          <a:prstGeom prst="roundRect">
            <a:avLst>
              <a:gd name="adj" fmla="val 301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60020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Main Input &amp; InputBase Implementation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184708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components/base/input/input.tsx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68680" y="224028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Update hasTrailingIcon to include type === "password".
</a:t>
            </a:r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Reserve pr-9 (sm/md) and pr-9.5 (lg) padding so text never slides under the eye toggle.
</a:t>
            </a:r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Forward isDisabled, isRequired, and isInvalid from Input to InputBase.
</a:t>
            </a:r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Configure AriaButton with type="button", isDisabled, and dynamic aria-label.
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383280" y="1463040"/>
            <a:ext cx="2423160" cy="2606040"/>
          </a:xfrm>
          <a:prstGeom prst="roundRect">
            <a:avLst>
              <a:gd name="adj" fmla="val 301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160020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TypeScript Interface Cleanup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20440" y="184708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components/base/input/input-number.tsx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520440" y="224028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Eliminate unused copy-pasted AriaDateFieldProps and DateValue imports.
</a:t>
            </a:r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Remove granularity property from numeric input prop definitions.
</a:t>
            </a:r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Restores clean TypeScript intellisense and prevents developer confusion.
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035040" y="1463040"/>
            <a:ext cx="2423160" cy="2606040"/>
          </a:xfrm>
          <a:prstGeom prst="roundRect">
            <a:avLst>
              <a:gd name="adj" fmla="val 301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60020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Automated Technical Verification Suite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72200" y="184708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test_input_fixes.mjs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172200" y="224028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8 automated unit test assertions validating padding logic and ARIA props.
</a:t>
            </a:r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Executes via node test_input_fixes.mjs with 100% pass rate (Exit code 0).
</a:t>
            </a:r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Provides empirical evidence of bug resolution for report and PR submission.
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31520" y="4206240"/>
            <a:ext cx="7680960" cy="411480"/>
          </a:xfrm>
          <a:prstGeom prst="roundRect">
            <a:avLst>
              <a:gd name="adj" fmla="val 13333"/>
            </a:avLst>
          </a:prstGeom>
          <a:solidFill>
            <a:srgbClr val="162032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2062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Pre-commit Validation: Inspect git diff and execute verification tests to ensure only intended lines and components changed.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CONTRIBUTION • MINI PROJECT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3200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UI • OPEN-SOURCE CONTRIBUTION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Implementation Steps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2412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changed in the React component logic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76809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7091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ROSP Experiment 10 • Untitled UI React Enhancement • Presented by Karan Rajiwade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4206240" cy="3108960"/>
          </a:xfrm>
          <a:prstGeom prst="roundRect">
            <a:avLst>
              <a:gd name="adj" fmla="val 235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00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File: components/base/input/input.tsx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92024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Factored type === "password" into Trailing Detection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14400" y="21214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hasTrailingIcon = Boolean(tooltip || isInvalid || type === "password");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14400" y="25420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Dynamic Padding Allocation in Size Matrix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14400" y="27432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root: cx("px-3 py-2 text-md", hasLeadingIcon &amp;&amp; "pl-10", hasTrailingIcon &amp;&amp; "pr-9")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14400" y="316382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Prop Forwarding from Input to InputBase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14400" y="336499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Forwards isRequired, isInvalid, and isDisabled: props.isDisabled.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14400" y="378561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Accessible Password Toggle Button Config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4400" y="398678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&lt;AriaButton type="button" isDisabled={isDisabled} aria-label={...} aria-pressed={...} /&gt;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120640" y="1463040"/>
            <a:ext cx="3291840" cy="3108960"/>
          </a:xfrm>
          <a:prstGeom prst="roundRect">
            <a:avLst>
              <a:gd name="adj" fmla="val 2353"/>
            </a:avLst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1600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 Defect Categories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303520" y="196596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Password Text Collision Fixed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0" y="21671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Guarantees reserved right-hand padding (pr-9 / pr-9.5) across all sizes.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303520" y="258775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Inactive Toggle Disabled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0" y="2788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button now receives isDisabled={isDisabled} and opacity-50 styles.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303520" y="3209544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Form Submission Shield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0" y="341071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type="button" avoids triggering unwanted form submission on click.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303520" y="383133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Clean TypeScript Interface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86400" y="403250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stale DateFieldProps from InputNumber component.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CONTRIBUTION • MINI PROJECT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3200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UI • OPEN-SOURCE CONTRIBUTION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Accessibility &amp; Code Quality Enhancements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2412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WCAG compliance and developer ergonomics into the component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76809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7091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ROSP Experiment 10 • Untitled UI React Enhancement • Presented by Karan Rajiwade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572768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READERS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914400" y="17373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ARIA Announcements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19933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aria-label={isPasswordVisible ? "Hide password" : "Show password"}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aria-pressed={isPasswordVisible}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14400" y="23774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assistive screen readers instantly announce toggle state transitions between masked and unmasked password text.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63440" y="1463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572768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RESILIENCE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846320" y="17373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Accidental Submit Protection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19933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type="button"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46320" y="23774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HTML buttons inside &lt;form&gt; default to type="submit". Explicitly setting type="button" prevents accidental form submissions.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31520" y="297180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081528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INTEGRITY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14400" y="32461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Disabled State Synchronization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350215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isDisabled={isDisabled}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className="disabled:pointer-events-none disabled:opacity-50"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14400" y="38862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Disabled inputs cleanly propagate state down to the toggle button, preventing click interactions and dimming visual opacity.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63440" y="297180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081528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SAFETY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846320" y="32461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Type Pollution in InputNumber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350215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Removed: AriaDateFieldProps, DateValue, granularity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46320" y="38862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Eliminated copy-pasted date type dependencies from numeric inputs, keeping TypeScript intellisense completely clean.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CONTRIBUTION • MINI PROJECT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3200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UI • OPEN-SOURCE CONTRIBUTION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Validation and Testing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2412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the fixes with automated unit test assertions and UI checks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76809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7091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ROSP Experiment 10 • Untitled UI React Enhancement • Presented by Karan Rajiwade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4754880" cy="3108960"/>
          </a:xfrm>
          <a:prstGeom prst="roundRect">
            <a:avLst>
              <a:gd name="adj" fmla="val 235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0020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Unit Suite: test_input_fixes.mjs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8745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[PASS] Test 1: InputBase accurately computes hasTrailingIcon for password fields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14400" y="216712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[PASS] Test 2: Password toggle AriaButton receives isDisabled prop from input state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14400" y="2459736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[PASS] Test 3: Password toggle AriaButton explicitly declares type="button"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14400" y="2752344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[PASS] Test 4: Password toggle AriaButton provides dynamic accessible aria-label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14400" y="304495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[PASS] Test 5: Password toggle button includes disabled tailwind utility classes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14400" y="333756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[PASS] Test 6: Input component forwards isRequired, isInvalid, isDisabled to InputBase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14400" y="363016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[PASS] Test 7: InputNumber removes copy-pasted date type pollution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4400" y="3922776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[PASS] Test 8: Padding simulation confirms trailing pr-9 / pr-9.5 granted on passwords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14400" y="425196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SUMMARY: 8 / 8 tests passed successfully  |  EXIT CODE: 0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669280" y="1463040"/>
            <a:ext cx="2743200" cy="3108960"/>
          </a:xfrm>
          <a:prstGeom prst="roundRect">
            <a:avLst>
              <a:gd name="adj" fmla="val 2667"/>
            </a:avLst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0" y="1600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Verification Commands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852160" y="196596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Execute Test Suite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52160" y="2148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test_input_fixes.mjs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852160" y="256032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Static Type Check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852160" y="2743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type-check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852160" y="315468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Lint &amp; Style Check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52160" y="3337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lint:check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852160" y="374904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Storybook Demo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85216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storybook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852160" y="41148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Rule: Only report tests as passed after executing them locally and recording log output.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CONTRIBUTION • MINI PROJECT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3200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UI • OPEN-SOURCE CONTRIBUTION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GitHub Contribution Workflow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2412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local changes to an upstream pull request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76809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7091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ROSP Experiment 10 • Untitled UI React Enhancement • Presented by Karan Rajiwade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1417320" cy="237744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0020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196596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331720"/>
            <a:ext cx="1234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 untitleduico/react on GitHub to personal profile.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304288" y="1463040"/>
            <a:ext cx="1417320" cy="237744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95728" y="160020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395728" y="196596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&amp; Branch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95728" y="2331720"/>
            <a:ext cx="1234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locally and checkout branch fix/password-input-text-overlap-and-accessibility.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877056" y="1463040"/>
            <a:ext cx="1417320" cy="237744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68496" y="160020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968496" y="196596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Fixes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68496" y="2331720"/>
            <a:ext cx="1234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input.tsx layout logic and clean up input-number.tsx.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49824" y="1463040"/>
            <a:ext cx="1417320" cy="237744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41264" y="160020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41264" y="196596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&amp; Test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41264" y="2331720"/>
            <a:ext cx="1234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node test_input_fixes.mjs and npm run type-check.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022592" y="1463040"/>
            <a:ext cx="1417320" cy="237744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14032" y="160020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14032" y="196596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&amp; PR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14032" y="2331720"/>
            <a:ext cx="1234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with conventional message and open PR linked to issue.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31520" y="4069080"/>
            <a:ext cx="7680960" cy="502920"/>
          </a:xfrm>
          <a:prstGeom prst="roundRect">
            <a:avLst>
              <a:gd name="adj" fmla="val 10909"/>
            </a:avLst>
          </a:prstGeom>
          <a:solidFill>
            <a:srgbClr val="162032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40690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PR Title: </a:t>
            </a:r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fix(input): resolve password text overlap, disabled toggle state, and type pollution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Repository: </a:t>
            </a:r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https://github.com/untitleduico/react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CONTRIBUTION • MINI PROJECT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3200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UI • OPEN-SOURCE CONTRIBUTION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Expected Outcome and Benefits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2412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Delivering a polished, accessible, and robust user interface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76809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7091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ROSP Experiment 10 • Untitled UI React Enhancement • Presented by Karan Rajiwade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2423160" cy="1920240"/>
          </a:xfrm>
          <a:prstGeom prst="roundRect">
            <a:avLst>
              <a:gd name="adj" fmla="val 381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600200"/>
            <a:ext cx="2148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POLISH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68680" y="182880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Defect-Free Visual Layout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228600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can type passwords of any length without characters colliding with or rendering behind the eye toggle icon.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83280" y="1463040"/>
            <a:ext cx="2423160" cy="1920240"/>
          </a:xfrm>
          <a:prstGeom prst="roundRect">
            <a:avLst>
              <a:gd name="adj" fmla="val 381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1600200"/>
            <a:ext cx="2148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520440" y="182880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WCAG 2.1 AA Compliance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20440" y="228600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voiceover screen reader announcements ensure sight-impaired users always know password visibility state.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35040" y="1463040"/>
            <a:ext cx="2423160" cy="1920240"/>
          </a:xfrm>
          <a:prstGeom prst="roundRect">
            <a:avLst>
              <a:gd name="adj" fmla="val 381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600200"/>
            <a:ext cx="2148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MAINTAINABILITY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172200" y="182880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Technical Debt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72200" y="228600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Purged unnecessary date types from InputNumber and hardened toggle against unintended form submissions.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520" y="3566160"/>
            <a:ext cx="7680960" cy="1005840"/>
          </a:xfrm>
          <a:prstGeom prst="roundRect">
            <a:avLst>
              <a:gd name="adj" fmla="val 7273"/>
            </a:avLst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67588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Summary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39319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Project: </a:t>
            </a:r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Untitled UI React (@untitledui/react) — React UI Component Library
</a:t>
            </a:r>
            <a:pPr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Issue: </a:t>
            </a:r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input padding overflow &amp; toggle button accessibility
</a:t>
            </a:r>
            <a:pPr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Main Files: </a:t>
            </a:r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components/base/input/input.tsx and input-number.tsx (Validated with 8/8 unit tests)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CONTRIBUTION • MINI PROJECT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3200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UI • OPEN-SOURCE CONTRIBUTION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Conclusion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2412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of the ROSP mini-project open-source contribution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76809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7091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ROSP Experiment 10 • Untitled UI React Enhancement • Presented by Karan Rajiwade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4937760" cy="3108960"/>
          </a:xfrm>
          <a:prstGeom prst="roundRect">
            <a:avLst>
              <a:gd name="adj" fmla="val 235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6459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Contribution Takeaways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01168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Identified and documented critical layout collision where password characters slid beneath trailing toggle buttons.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05840" y="2414016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Engineered a surgical layout calculation fix in InputBase and synchronized disabled input states.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05840" y="2816352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Added dynamic ARIA labels ("Show password" / "Hide password") and explicit type="button" attributes for WCAG compliance.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05840" y="321868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Cleaned up unused date type definitions from InputNumber to eliminate TypeScript autocompletion pollution.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05840" y="3621024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Validated all changes with 8/8 automated test assertions, zero TypeScript errors, and Storybook visual checks.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05840" y="402336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Established an end-to-end open-source GitHub contribution workflow ready for upstream PR submission.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852160" y="1463040"/>
            <a:ext cx="2560320" cy="3108960"/>
          </a:xfrm>
          <a:prstGeom prst="roundRect">
            <a:avLst>
              <a:gd name="adj" fmla="val 2857"/>
            </a:avLst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1691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spc="15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1945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Karan Rajiwade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0" y="28803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Technology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3429000"/>
            <a:ext cx="18288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36576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Information Technology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 UI: Password Input Padding Overflow &amp; Accessibility Enhancement</dc:title>
  <dc:subject>PptxGenJS Presentation</dc:subject>
  <dc:creator>Karan Rajiwade</dc:creator>
  <cp:lastModifiedBy>Karan Rajiwade</cp:lastModifiedBy>
  <cp:revision>1</cp:revision>
  <dcterms:created xsi:type="dcterms:W3CDTF">2026-10-24T04:48:02Z</dcterms:created>
  <dcterms:modified xsi:type="dcterms:W3CDTF">2026-10-24T04:48:02Z</dcterms:modified>
</cp:coreProperties>
</file>