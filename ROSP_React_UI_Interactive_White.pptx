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SOFTWARE LAB (ROSP)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Work &amp; Open Source Contribution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UI: Password Input Padding Overflow &amp; Accessibility Enhancement in Untitled UI React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803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Karan Rajiwade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7432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8803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/ BRANCH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34640" y="31546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B.E. Information Technology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803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0600" y="31546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C. Patil College of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27432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8803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CONTRIBUTION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0" y="31546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#228 Submitted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CONCEPTS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to ROSP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OSS Exposure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Gaining direct hands-on experience with production open-source architectures, token design systems, and frontend frameworks.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45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Git &amp; GitHub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14884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branching workflows, atomic commits, code review feedback, and upstream fork synchronization.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45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Audits &amp; Issue Selection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14884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Inspecting real-world repositories, identifying reproducible functional/UI bugs, and adhering to CONTRIBUTING guidelines.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7680960" cy="41148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Goal: Develop professional coding, automated testing, documentation, and teamwork skills through real OSS contributions.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ROSP Learning Journey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concepts, licensing (MIT/GPL), and Git &amp; GitHub operations.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146304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6459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34640" y="1920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33172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analysis, issue identification, fork &amp; branch creation, and coding.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6459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1920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Ethics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3172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deployment (Docker/Cloud), security audits, and OSS ethics.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6459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9202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Capstone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33172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contribution lifecycle: unit tests, Pull Request submission, and technical report.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OSS Concepts → Git &amp; GitHub → Repository Analysis → Fork &amp; Branch → Contribution → Testing → Pull Request → Deployment → Ethics &amp; Security → Mini Project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CURRICULUM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Experiments 1–4: Foundation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1: OSS Concepts &amp; Licenses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Studied copyleft vs permissive open-source licenses (MIT, Apache 2.0, GNU GPL), legal obligations, and copyright headers.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2: Git &amp; GitHub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 repository initialization, staging, atomic commits, feature branches, remote tracking, and merge conflict resolution.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3: Repository Analysis &amp; Issues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production repository architecture, issue tracker workflows, community guidelines (CONTRIBUTING.md), and CI pipelines.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4: Documentation Contribution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Forked target repository, created feature branch, resolved documentation errors, and submitted initial pull request for review.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CURRICULUM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Experiments 5–7: Open Source Contribution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05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 OSS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Investigated open-source operating system internals, Linux kernel modules, shell scripting, and system-level configuration.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459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06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Domain OSS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377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Contributed to cutting-edge domains across React UI, Flutter cross-platform mobile, AI/ML models, DevOps, or cloud microservices.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459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07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Management 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77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open-source network monitoring and packet analysis utilities such as Wireshark, Nagios, Zabbix, OpenNMS, and pfSense.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76809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Competencies: Large codebase navigation, strict linting/formatting adherence, and component state debugging.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CURRICULUM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Experiments 8–9: Deployment &amp; Responsible OSS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8: Deploying Open Source 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Containerized multi-tier web applications using Docker and Docker Compose.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Explored container orchestration and service scaling via Kubernetes.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Configured cloud infrastructure on AWS, Azure, Google Cloud, or OpenStack.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9: Ethics, Security &amp; Sustainability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Analyzed open-source software supply chain risks and dependency security audits.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Evaluated contributor codes of conduct, licensing obligations, and IP compliance.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Studied sustainable open-source community development and corporate stewardship.
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• PROBLEM IDENTIFICATION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Experiment 10: Mini Project 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Untitled UI React (untitleduico/react)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InputBase, the eye toggle button is positioned absolutely at the trailing edge. However, trailing padding calculations only checked tooltips and validation error states, completely omitting password fields.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Long passwords visually collide with and slide beneath the eye toggle button, violating UI clarity and user privacy checks.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Code Quality Deficiencies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Text Overlap: Characters flow into trailing bounds without reserved pr-9 padding.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Clickable while Disabled: Eye toggle remained clickable when input was disabled.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Missing Dynamic ARIA: Lacked screen reader announcements ("Show password" / "Hide password").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Accidental Submits: Lacked explicit type="button" on the toggle AriaButton.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Type Pollution: InputNumber imported redundant copy-pasted date type definitions.
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• CODE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Experiment 10: Implementation &amp; Code Changes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Layout Padding Logic in InputBase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Factored type === "password" into detection: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hasTrailingIcon = Boolean(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tooltip || isInvalid || type === "password"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Allocates reserved pr-9 / pr-9.5 padding: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root: cx("px-3 py-2 text-md", hasTrailingIcon &amp;&amp; "pr-9")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Accessible Password Toggle Control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&lt;AriaButton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type="button"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isDisabled={isDisabled}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aria-label={isPasswordVisible ? "Hide password" : "Show password"}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aria-pressed={isPasswordVisible}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className="disabled:pointer-events-none disabled:opacity-50"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{isPasswordVisible ? &lt;EyeOff /&gt; : &lt;Eye /&gt;}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&lt;/AriaButton&gt;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768096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77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Cleanliness: Purged unused AriaDateFieldProps, DateValue, and granularity from input-number.tsx, eliminating TypeScript autocompletion pollution.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• QUALITY ASSURANCE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Verification &amp; Automated Unit Testing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Unit Suite: test_input_fixes.mjs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1: InputBase accurately computes hasTrailingIcon for password fields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2167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2: Password toggle AriaButton receives isDisabled prop from state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45973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3: Password toggle explicitly declares type="button"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7523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4: Password toggle provides dynamic accessible aria-label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30449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5: Password toggle button includes disabled utility classes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6: Input forwards isRequired, isInvalid, isDisabled down to InputBase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36301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7: InputNumber removes copy-pasted date type pollution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9227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8: Padding simulation confirms trailing padding is granted on passwords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8 / 8 TESTS PASSED  |  EXIT CODE: 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0" y="1463040"/>
            <a:ext cx="2926080" cy="31089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Verification Commands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19659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Unit Tests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test_input_fixes.mjs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0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Whitespace &amp; Diff Check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--check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69280" y="33375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Static Type Check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type-check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0" y="4114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Rule: Only report tests as passed after executing them locally and recording output logs.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• REAL OPEN SOURCE CONTRIBUTION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Upstream Pull Request Evidence (PR #228)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768096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UPSTREAM PULL REQUEST #228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fix(input): resolve password text overlap, disabled toggle state, and type pollution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REPOSITORY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43000" y="2834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untitleduico/react (main branch)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46888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 / AUTHOR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Karan4504 (Karan Rajiwade)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46888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COMMITS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834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fb9c459 &amp; 1e39ea1 (Verified)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Link: https://github.com/untitleduico/react/pull/228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Successfully submitted upstream from branch Karan4504:fix/password-input-text-overlap-and-accessibility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Assessment Criteria &amp;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Karan Rajiwade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Rubrics (25 Marks)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Understanding / Project Selection — 5 Marks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395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Git, Repository &amp; OSS Practices — 5 Marks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7797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Implementation / Contribution — 5 Marks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1638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Testing, Result &amp; Documentation — 5 Marks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547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Presentation / Viva / Mini Project — 5 Marks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Evaluation: 25 Marks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Outcomes &amp; Conclusion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Mastered real-world open-source collaboration, branching, and upstream Pull Requests.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Resolved layout padding collision and WCAG accessibility defects in React components.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Successfully submitted live upstream Pull Request #228 to Untitled UI React.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line: ROSP provides practical experience with real open-source tools, repositories and collaborative development.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38862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Karan Rajiwade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Department of Information Technology, A. C. Patil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ROSP Lab - React UI Open Source Contribution (Karan Rajiwade)</dc:title>
  <dc:subject>PptxGenJS Presentation</dc:subject>
  <dc:creator>Karan Rajiwade</dc:creator>
  <cp:lastModifiedBy>Karan Rajiwade</cp:lastModifiedBy>
  <cp:revision>1</cp:revision>
  <dcterms:created xsi:type="dcterms:W3CDTF">2026-10-25T15:12:36Z</dcterms:created>
  <dcterms:modified xsi:type="dcterms:W3CDTF">2026-10-25T15:12:36Z</dcterms:modified>
</cp:coreProperties>
</file>