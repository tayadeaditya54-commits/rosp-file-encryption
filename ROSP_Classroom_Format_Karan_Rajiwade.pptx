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(ROSP)
</a:t>
            </a:r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Work and Open Source Contribution
</a:t>
            </a:r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2026–27
</a:t>
            </a:r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
</a:t>
            </a:r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C. Patil College of Engineering, Kharghar, Navi Mumbai
</a:t>
            </a:r>
            <a:pPr algn="ctr"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Rajiwade | Roll No. _____ | B.E. Information Technology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ROSP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exposure to Open Source Software (OSS)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Git and GitHub for collaborative development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real open-source repositories and issue trackers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branches, commits and Pull Requests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technical, documentation and teamwork skills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Learning Journey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Concepts → Git &amp; GitHub → Repository Analysis
</a:t>
            </a:r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&amp; Branch → Contribution → Testing
</a:t>
            </a:r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→ Deployment → Ethics &amp; Security
</a:t>
            </a:r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→ Technical Report → Presentation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1–4: Foundation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OSS concepts and Open-Source Licenses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Git and GitHub operations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3: Open-source repository analysis, issues and documentation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4: Fork repository → create branch → modify documentation → submit Pull Request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5–7: Open Source Contribution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5: Contribute to an Open Source Operating System project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6: Contribute to AI/ML, IoT, Blockchain, Flutter, DevOps, Cloud or Cyber Security project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7: Contribute to an Open Source Network Management Tool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Wireshark, Nagios, Zabbix, OpenNMS and pfSense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8–9: Deployment &amp; Responsible OSS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8: Deploy an Open Source Cloud/Application Service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Kubernetes, AWS/Azure/Google Cloud/OpenStack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9: Analyze ethics, legal aspects, licensing and security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study sustainability and open-source community practices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10: Mini Project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 real open-source problem or enhancement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repository and select an issue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→ Clone → Branch → Develop → Test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Push → Pull Request → Review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technical report and present the work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10: React UI Contribution (PR #228)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Repository: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untitleduico/react (@untitledui/react) — React UI Component Library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Problem: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input padding overflow causing text to slide under the eye toggle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Implementation: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Factored type === "password" into hasTrailingIcon to reserve pr-9 right padding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Safety: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isDisabled sync, explicit type="button", and dynamic voiceover aria-label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Submitted: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https://github.com/untitleduico/react/pull/228 (PR #228 by Karan4504)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Monitoring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14-week progress record maintained during lab sessions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experiment number, date and work completed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Git/Repository activity and Commit/PR evidence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result/outcome and problems faced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verifies progress through remarks and signature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– 25 Marks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/ Project Selection — 5 Marks
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Repository &amp; OSS Practices — 5 Marks
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/ Contribution — 5 Marks
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Result &amp; Documentation — 5 Marks
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/ Viva / Mini Project — 5 Marks
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— 25 Marks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/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open-source ecosystem and licenses
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Git and GitHub confidently
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repositories, issues, branches and commits
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practical OSS contributions and submit Pull Requests
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open-source applications and understand ethics/security
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Collaborate, document and present project work professionally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line: ROSP provides practical experience with real open-source tools, repositories and collaborative development.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Department of Information Technology, A. C. Patil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Open Source Project Lab (ROSP) - Karan Rajiwade</dc:title>
  <dc:subject>PptxGenJS Presentation</dc:subject>
  <dc:creator>Karan Rajiwade</dc:creator>
  <cp:lastModifiedBy>Karan Rajiwade</cp:lastModifiedBy>
  <cp:revision>1</cp:revision>
  <dcterms:created xsi:type="dcterms:W3CDTF">2026-10-25T15:05:01Z</dcterms:created>
  <dcterms:modified xsi:type="dcterms:W3CDTF">2026-10-25T15:05:01Z</dcterms:modified>
</cp:coreProperties>
</file>