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Open Source Project Lab (ROSP)
</a:t>
            </a:r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Work and Open Source Contribution
</a:t>
            </a:r>
            <a:pPr indent="0" marL="0">
              <a:lnSpc>
                <a:spcPts val="28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Year 2026–27
</a:t>
            </a:r>
            <a:pPr indent="0" marL="0">
              <a:lnSpc>
                <a:spcPts val="28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Information Technology
</a:t>
            </a:r>
            <a:pPr indent="0" marL="0">
              <a:lnSpc>
                <a:spcPts val="28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C. Patil College of Engineering, Kharghar, Navi Mumbai
</a:t>
            </a:r>
            <a:pPr indent="0" marL="0">
              <a:lnSpc>
                <a:spcPts val="28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Aditya Tayade | Roll No. _____ | B.E. Information Technology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0" y="4709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ROSP | A.Y. 2026–27          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ROSP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0" y="4709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ROSP | A.Y. 2026–27          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exposure to Open Source Software (OSS)</a:t>
            </a:r>
            <a:endParaRPr lang="en-US" sz="16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Git and GitHub for collaborative development</a:t>
            </a:r>
            <a:endParaRPr lang="en-US" sz="16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real open-source repositories and issue trackers</a:t>
            </a:r>
            <a:endParaRPr lang="en-US" sz="16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with branches, commits and Pull Requests</a:t>
            </a:r>
            <a:endParaRPr lang="en-US" sz="16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technical, documentation and teamwork skills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ROSP Learning Journey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0" y="4709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ROSP | A.Y. 2026–27          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800"/>
              </a:lnSpc>
              <a:buSzPct val="100000"/>
              <a:buChar char="•"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OSS Concepts → Git &amp; GitHub → Repository Analysis</a:t>
            </a:r>
            <a:endParaRPr lang="en-US" sz="1600" dirty="0"/>
          </a:p>
          <a:p>
            <a:pPr marL="342900" indent="-342900">
              <a:lnSpc>
                <a:spcPts val="3800"/>
              </a:lnSpc>
              <a:buSzPct val="100000"/>
              <a:buChar char="•"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Fork &amp; Branch → Contribution → Testing</a:t>
            </a:r>
            <a:endParaRPr lang="en-US" sz="1600" dirty="0"/>
          </a:p>
          <a:p>
            <a:pPr marL="342900" indent="-342900">
              <a:lnSpc>
                <a:spcPts val="3800"/>
              </a:lnSpc>
              <a:buSzPct val="100000"/>
              <a:buChar char="•"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Request → Deployment → Ethics &amp; Security</a:t>
            </a:r>
            <a:endParaRPr lang="en-US" sz="1600" dirty="0"/>
          </a:p>
          <a:p>
            <a:pPr marL="342900" indent="-342900">
              <a:lnSpc>
                <a:spcPts val="3800"/>
              </a:lnSpc>
              <a:buSzPct val="100000"/>
              <a:buChar char="•"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Project → Technical Report → Presentation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Experiments 1–4: Foundation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0" y="4709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ROSP | A.Y. 2026–27          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1: OSS concepts and Open-Source Licenses</a:t>
            </a:r>
            <a:endParaRPr lang="en-US" sz="15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2: Git and GitHub operations</a:t>
            </a:r>
            <a:endParaRPr lang="en-US" sz="15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3: Open-source repository analysis, issues and documentation</a:t>
            </a:r>
            <a:endParaRPr lang="en-US" sz="15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4: Fork repository → create branch → modify documentation → submit Pull Request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Experiments 5–7: Open Source Contribution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0" y="4709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ROSP | A.Y. 2026–27          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5: Contribute to an Open Source Operating System project</a:t>
            </a:r>
            <a:endParaRPr lang="en-US" sz="15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6: Contribute to AI/ML, IoT, Blockchain, Flutter, DevOps, Cloud or Cyber Security project (File Encryption)</a:t>
            </a:r>
            <a:endParaRPr lang="en-US" sz="15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7: Contribute to an Open Source Network Management Tool (Wireshark, Nagios, Zabbix, OpenNMS, pfSense)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Experiments 8–9: Deployment &amp; Responsible OSS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0" y="4709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ROSP | A.Y. 2026–27          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800"/>
              </a:lnSpc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8: Deploy an Open Source Cloud/Application Service (Docker, Kubernetes, AWS/Azure/Google Cloud/OpenStack)</a:t>
            </a:r>
            <a:endParaRPr lang="en-US" sz="1500" dirty="0"/>
          </a:p>
          <a:p>
            <a:pPr marL="342900" indent="-342900">
              <a:lnSpc>
                <a:spcPts val="3800"/>
              </a:lnSpc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9: Analyze ethics, legal aspects, licensing and security; study sustainability and open-source community practices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10: Mini Project (Core Methodology)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0" y="4709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ROSP | A.Y. 2026–27          7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a real open-source problem or enhancement</a:t>
            </a:r>
            <a:endParaRPr lang="en-US" sz="16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repository and select a security/cryptography issue</a:t>
            </a:r>
            <a:endParaRPr lang="en-US" sz="16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Fork → Clone → Branch → Develop → Test</a:t>
            </a:r>
            <a:endParaRPr lang="en-US" sz="16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→ Push → Pull Request → Review</a:t>
            </a:r>
            <a:endParaRPr lang="en-US" sz="16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technical report and present the work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10: File Encryption Details (Your Contribution)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0" y="4709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ROSP | A.Y. 2026–27          8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Domain: Open Source File Security &amp; Cryptography</a:t>
            </a:r>
            <a:endParaRPr lang="en-US" sz="145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Identified Problem: In-memory buffering causing memory exhaustion, and unauthenticated ciphers vulnerable to bit-flipping attacks</a:t>
            </a:r>
            <a:endParaRPr lang="en-US" sz="145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Implementation: NIST FIPS-197 AES-256 CTR Mode stream cipher with 64 KB chunked streaming for constant O(1) memory overhead</a:t>
            </a:r>
            <a:endParaRPr lang="en-US" sz="145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Integrity: PBKDF2-HMAC-SHA256 (600,000 iterations + 128-bit salt); Encrypt-then-MAC with HMAC-SHA256 for instant tamper detection</a:t>
            </a:r>
            <a:endParaRPr lang="en-US" sz="145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4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Repository: https://github.com/adityatayade/rosp-file-encryption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Progress Monitoring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0" y="4709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ROSP | A.Y. 2026–27          9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14-week progress record maintained during lab sessions</a:t>
            </a:r>
            <a:endParaRPr lang="en-US" sz="15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experiment number, date and work completed</a:t>
            </a:r>
            <a:endParaRPr lang="en-US" sz="15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 Git/Repository activity and Commit/PR evidence (AES-256 File Encryptor)</a:t>
            </a:r>
            <a:endParaRPr lang="en-US" sz="15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result/outcome and problems faced</a:t>
            </a:r>
            <a:endParaRPr lang="en-US" sz="15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Faculty verifies progress through remarks and signature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– 25 Marks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0" y="4709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ROSP | A.Y. 2026–27          10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/ Project Selection — 5 Marks</a:t>
            </a:r>
            <a:endParaRPr lang="en-US" sz="16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Git, Repository &amp; OSS Practices — 5 Marks</a:t>
            </a:r>
            <a:endParaRPr lang="en-US" sz="16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/ Contribution — 5 Marks</a:t>
            </a:r>
            <a:endParaRPr lang="en-US" sz="16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Testing, Result &amp; Documentation — 5 Marks</a:t>
            </a:r>
            <a:endParaRPr lang="en-US" sz="16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/ Viva / Mini Project — 5 Marks
</a:t>
            </a:r>
            <a:endParaRPr lang="en-US" sz="16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— 25 Marks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 / Conclusion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0" y="4709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ROSP | A.Y. 2026–27          11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the open-source ecosystem and licenses</a:t>
            </a:r>
            <a:endParaRPr lang="en-US" sz="145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Git and GitHub confidently for version control</a:t>
            </a:r>
            <a:endParaRPr lang="en-US" sz="145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repositories, issues, branches and commits</a:t>
            </a:r>
            <a:endParaRPr lang="en-US" sz="145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4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practical OSS contribution: Open Source File Encryption &amp; Decryption System</a:t>
            </a:r>
            <a:endParaRPr lang="en-US" sz="145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open-source applications and understand ethics/security</a:t>
            </a:r>
            <a:endParaRPr lang="en-US" sz="145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Collaborate, document and present project work professionally
</a:t>
            </a:r>
            <a:endParaRPr lang="en-US" sz="14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i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ROSP provides practical experience with real open-source tools, repositories and collaborative development.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Department of Information Technology, A. C. Patil College of Engineering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Recent Open Source Project Lab (ROSP) - Aditya Tayade</dc:title>
  <dc:subject>PptxGenJS Presentation</dc:subject>
  <dc:creator>Aditya Tayade</dc:creator>
  <cp:lastModifiedBy>Aditya Tayade</cp:lastModifiedBy>
  <cp:revision>1</cp:revision>
  <dcterms:created xsi:type="dcterms:W3CDTF">2026-10-25T18:21:02Z</dcterms:created>
  <dcterms:modified xsi:type="dcterms:W3CDTF">2026-10-25T18:21:02Z</dcterms:modified>
</cp:coreProperties>
</file>